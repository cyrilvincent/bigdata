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5" r:id="rId3"/>
    <p:sldId id="269" r:id="rId4"/>
    <p:sldId id="271" r:id="rId5"/>
    <p:sldId id="268" r:id="rId6"/>
    <p:sldId id="272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67" d="100"/>
          <a:sy n="67" d="100"/>
        </p:scale>
        <p:origin x="150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 err="1"/>
              <a:t>MongoDB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594808" y="213285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Big</a:t>
            </a:r>
            <a:r>
              <a:rPr lang="fr-FR" sz="3600" dirty="0"/>
              <a:t>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une base de données JSON</a:t>
            </a:r>
          </a:p>
          <a:p>
            <a:r>
              <a:rPr lang="fr-FR" dirty="0" err="1"/>
              <a:t>NoSql</a:t>
            </a:r>
            <a:endParaRPr lang="fr-FR" dirty="0"/>
          </a:p>
          <a:p>
            <a:pPr lvl="1"/>
            <a:r>
              <a:rPr lang="fr-FR" dirty="0"/>
              <a:t>JSON et CSV</a:t>
            </a:r>
          </a:p>
          <a:p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Peta</a:t>
            </a:r>
            <a:r>
              <a:rPr lang="fr-FR" dirty="0"/>
              <a:t> octets</a:t>
            </a:r>
          </a:p>
          <a:p>
            <a:r>
              <a:rPr lang="fr-FR" dirty="0"/>
              <a:t>Indexation JSON et CSV</a:t>
            </a:r>
          </a:p>
          <a:p>
            <a:r>
              <a:rPr lang="fr-FR" dirty="0"/>
              <a:t>Administration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compass</a:t>
            </a:r>
            <a:r>
              <a:rPr lang="fr-FR" dirty="0"/>
              <a:t> et </a:t>
            </a:r>
            <a:r>
              <a:rPr lang="fr-FR" dirty="0" err="1"/>
              <a:t>MongoDB</a:t>
            </a:r>
            <a:r>
              <a:rPr lang="fr-FR" dirty="0"/>
              <a:t> Management Studio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27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instance de Mongo contient plusieurs bases</a:t>
            </a:r>
          </a:p>
          <a:p>
            <a:r>
              <a:rPr lang="fr-FR" dirty="0"/>
              <a:t>Chaque base contient des collections</a:t>
            </a:r>
          </a:p>
          <a:p>
            <a:r>
              <a:rPr lang="fr-FR" dirty="0"/>
              <a:t>Chaque collection contient des JSON</a:t>
            </a:r>
          </a:p>
          <a:p>
            <a:r>
              <a:rPr lang="fr-FR" dirty="0"/>
              <a:t>Recherche par JSON</a:t>
            </a:r>
          </a:p>
        </p:txBody>
      </p:sp>
      <p:pic>
        <p:nvPicPr>
          <p:cNvPr id="4" name="Picture 2" descr="Résultat de recherche d'imag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-128526"/>
            <a:ext cx="5674060" cy="154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15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MongoDB</a:t>
            </a:r>
            <a:r>
              <a:rPr lang="fr-FR" dirty="0"/>
              <a:t> est surtout utilisé comme </a:t>
            </a:r>
            <a:r>
              <a:rPr lang="fr-FR" dirty="0" err="1"/>
              <a:t>DataMart</a:t>
            </a:r>
            <a:endParaRPr lang="fr-FR" dirty="0"/>
          </a:p>
          <a:p>
            <a:pPr lvl="1"/>
            <a:r>
              <a:rPr lang="fr-FR" dirty="0" err="1"/>
              <a:t>Hadoop</a:t>
            </a:r>
            <a:r>
              <a:rPr lang="fr-FR" dirty="0"/>
              <a:t> est quand à lui un </a:t>
            </a:r>
            <a:r>
              <a:rPr lang="fr-FR" dirty="0" err="1"/>
              <a:t>DataLake</a:t>
            </a:r>
            <a:r>
              <a:rPr lang="fr-FR" dirty="0"/>
              <a:t> et/ou un </a:t>
            </a:r>
            <a:r>
              <a:rPr lang="fr-FR" dirty="0" err="1"/>
              <a:t>DataMart</a:t>
            </a:r>
            <a:endParaRPr lang="fr-FR" dirty="0"/>
          </a:p>
          <a:p>
            <a:r>
              <a:rPr lang="fr-FR" dirty="0" err="1"/>
              <a:t>MongoDB</a:t>
            </a:r>
            <a:r>
              <a:rPr lang="fr-FR" dirty="0"/>
              <a:t> fonctionne sur HDFS</a:t>
            </a:r>
          </a:p>
          <a:p>
            <a:pPr lvl="1"/>
            <a:r>
              <a:rPr lang="fr-FR" dirty="0" err="1"/>
              <a:t>MongoDB</a:t>
            </a:r>
            <a:r>
              <a:rPr lang="fr-FR" dirty="0"/>
              <a:t> </a:t>
            </a:r>
            <a:r>
              <a:rPr lang="fr-FR" dirty="0" err="1"/>
              <a:t>Connector</a:t>
            </a:r>
            <a:r>
              <a:rPr lang="fr-FR" dirty="0"/>
              <a:t> for </a:t>
            </a:r>
            <a:r>
              <a:rPr lang="fr-FR" dirty="0" err="1"/>
              <a:t>Hadoop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../../_images/hadoop-data-warehou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501008"/>
            <a:ext cx="3672408" cy="263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15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PyMongo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d’accéder à Mongo</a:t>
            </a:r>
          </a:p>
          <a:p>
            <a:endParaRPr lang="fr-FR" dirty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pymongo.MongoClient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('localhost', 27017) as client: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client.test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collection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db.loyers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post={"id":1,"hello":"world"}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id=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collection.insert_one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(post).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inserted_id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collection.find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key":”value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”})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7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Perte de l’acidité</a:t>
            </a:r>
          </a:p>
          <a:p>
            <a:r>
              <a:rPr lang="fr-FR" dirty="0"/>
              <a:t>Atomique</a:t>
            </a:r>
          </a:p>
          <a:p>
            <a:pPr lvl="1"/>
            <a:r>
              <a:rPr lang="fr-FR" dirty="0"/>
              <a:t>JSON n’est pas atomique</a:t>
            </a:r>
          </a:p>
          <a:p>
            <a:r>
              <a:rPr lang="fr-FR" dirty="0"/>
              <a:t>Cohérence</a:t>
            </a:r>
          </a:p>
          <a:p>
            <a:pPr lvl="1"/>
            <a:r>
              <a:rPr lang="fr-FR" dirty="0"/>
              <a:t>Différents nœuds peuvent êtres dans un état différent</a:t>
            </a:r>
          </a:p>
          <a:p>
            <a:r>
              <a:rPr lang="fr-FR" dirty="0"/>
              <a:t>Intègre</a:t>
            </a:r>
          </a:p>
          <a:p>
            <a:pPr lvl="1"/>
            <a:r>
              <a:rPr lang="fr-FR" dirty="0"/>
              <a:t>Les champs </a:t>
            </a:r>
            <a:r>
              <a:rPr lang="fr-FR"/>
              <a:t>peuvent être typés </a:t>
            </a:r>
            <a:r>
              <a:rPr lang="fr-FR" dirty="0"/>
              <a:t>et les relations non vérifiées</a:t>
            </a:r>
          </a:p>
          <a:p>
            <a:r>
              <a:rPr lang="fr-FR" dirty="0"/>
              <a:t>Disponible</a:t>
            </a:r>
          </a:p>
          <a:p>
            <a:pPr lvl="1"/>
            <a:r>
              <a:rPr lang="fr-FR" dirty="0"/>
              <a:t>Certains nœuds peuvent être down</a:t>
            </a:r>
          </a:p>
        </p:txBody>
      </p:sp>
    </p:spTree>
    <p:extLst>
      <p:ext uri="{BB962C8B-B14F-4D97-AF65-F5344CB8AC3E}">
        <p14:creationId xmlns:p14="http://schemas.microsoft.com/office/powerpoint/2010/main" val="25161039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3225</TotalTime>
  <Words>174</Words>
  <Application>Microsoft Office PowerPoint</Application>
  <PresentationFormat>Affichage à l'écran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Courier New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MongoDB</vt:lpstr>
      <vt:lpstr>PyMongo</vt:lpstr>
      <vt:lpstr>ACID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238</cp:revision>
  <dcterms:created xsi:type="dcterms:W3CDTF">2000-04-10T19:33:12Z</dcterms:created>
  <dcterms:modified xsi:type="dcterms:W3CDTF">2025-07-25T13:16:43Z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