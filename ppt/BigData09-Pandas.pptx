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265" r:id="rId3"/>
    <p:sldId id="266" r:id="rId4"/>
    <p:sldId id="274" r:id="rId5"/>
    <p:sldId id="275" r:id="rId6"/>
    <p:sldId id="276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12</a:t>
            </a:r>
          </a:p>
          <a:p>
            <a:pPr eaLnBrk="1" hangingPunct="1"/>
            <a:r>
              <a:rPr lang="fr-FR" altLang="fr-FR" dirty="0"/>
              <a:t>Pandas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620688"/>
            <a:ext cx="5505450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Pandas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Data </a:t>
            </a:r>
            <a:r>
              <a:rPr lang="fr-FR" dirty="0" err="1"/>
              <a:t>Analysis</a:t>
            </a:r>
            <a:r>
              <a:rPr lang="fr-FR" dirty="0"/>
              <a:t> Library</a:t>
            </a:r>
          </a:p>
          <a:p>
            <a:r>
              <a:rPr lang="fr-FR" dirty="0"/>
              <a:t>Module Python</a:t>
            </a:r>
          </a:p>
          <a:p>
            <a:pPr lvl="1"/>
            <a:r>
              <a:rPr lang="fr-FR" dirty="0"/>
              <a:t>Disponible dans Anaconda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pandas</a:t>
            </a:r>
          </a:p>
          <a:p>
            <a:pPr lvl="1"/>
            <a:r>
              <a:rPr lang="fr-FR" dirty="0"/>
              <a:t>import pandas as </a:t>
            </a:r>
            <a:r>
              <a:rPr lang="fr-FR" dirty="0" err="1"/>
              <a:t>pd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501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structures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fournit 2 structures de données fondamentales</a:t>
            </a:r>
          </a:p>
          <a:p>
            <a:pPr lvl="1"/>
            <a:r>
              <a:rPr lang="fr-FR" dirty="0"/>
              <a:t>la </a:t>
            </a:r>
            <a:r>
              <a:rPr lang="fr-FR" dirty="0" err="1"/>
              <a:t>Series</a:t>
            </a:r>
            <a:r>
              <a:rPr lang="fr-FR" dirty="0"/>
              <a:t> et le </a:t>
            </a:r>
            <a:r>
              <a:rPr lang="fr-FR" dirty="0" err="1"/>
              <a:t>DataFrame</a:t>
            </a:r>
            <a:r>
              <a:rPr lang="fr-FR" dirty="0"/>
              <a:t> </a:t>
            </a:r>
          </a:p>
          <a:p>
            <a:pPr lvl="1"/>
            <a:r>
              <a:rPr lang="fr-FR" dirty="0"/>
              <a:t>On peut voir ces structures comme une généralisation des tableaux et des matrices de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/>
              <a:t>La différence fondamentale entre ces structures et les versions de </a:t>
            </a:r>
            <a:r>
              <a:rPr lang="fr-FR" dirty="0" err="1"/>
              <a:t>Numpy</a:t>
            </a:r>
            <a:r>
              <a:rPr lang="fr-FR" dirty="0"/>
              <a:t> est que les objets Pandas possèdent des indices explicites</a:t>
            </a:r>
          </a:p>
          <a:p>
            <a:pPr lvl="1"/>
            <a:r>
              <a:rPr lang="fr-FR" dirty="0"/>
              <a:t>Là où on ne pouvait se référer à un élément d'un tableau </a:t>
            </a:r>
            <a:r>
              <a:rPr lang="fr-FR" dirty="0" err="1"/>
              <a:t>Numpy</a:t>
            </a:r>
            <a:r>
              <a:rPr lang="fr-FR" dirty="0"/>
              <a:t> que par sa position dans le tableau, chaque élément d'une </a:t>
            </a:r>
            <a:r>
              <a:rPr lang="fr-FR" dirty="0" err="1"/>
              <a:t>Series</a:t>
            </a:r>
            <a:r>
              <a:rPr lang="fr-FR" dirty="0"/>
              <a:t> ou d'un </a:t>
            </a:r>
            <a:r>
              <a:rPr lang="fr-FR" dirty="0" err="1"/>
              <a:t>DataFrame</a:t>
            </a:r>
            <a:r>
              <a:rPr lang="fr-FR" dirty="0"/>
              <a:t> peut avoir un indice explicitement désigné par l'utilisateur</a:t>
            </a:r>
          </a:p>
        </p:txBody>
      </p:sp>
    </p:spTree>
    <p:extLst>
      <p:ext uri="{BB962C8B-B14F-4D97-AF65-F5344CB8AC3E}">
        <p14:creationId xmlns:p14="http://schemas.microsoft.com/office/powerpoint/2010/main" val="102741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possède une librairie très puissante pour importer des données depuis n’importe quelle source</a:t>
            </a:r>
          </a:p>
          <a:p>
            <a:pPr lvl="1"/>
            <a:r>
              <a:rPr lang="fr-FR" dirty="0"/>
              <a:t>Puis les converti en </a:t>
            </a:r>
            <a:r>
              <a:rPr lang="fr-FR" dirty="0" err="1"/>
              <a:t>DataFrame</a:t>
            </a:r>
            <a:endParaRPr lang="fr-FR" dirty="0"/>
          </a:p>
          <a:p>
            <a:r>
              <a:rPr lang="fr-FR" dirty="0"/>
              <a:t>CSV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('house.csv')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['surface'],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['loyer'],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6451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SQL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with sqlite3.connect("house.db3") as conn: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pd.read_sql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('select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loyer,surface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house', conn)</a:t>
            </a:r>
          </a:p>
          <a:p>
            <a:r>
              <a:rPr lang="fr-FR" dirty="0"/>
              <a:t>Mongo DB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pymongo.MongoClient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27017) as client:</a:t>
            </a: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client.test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db.house.find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457200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2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Filtrage du </a:t>
            </a:r>
            <a:r>
              <a:rPr lang="fr-FR" dirty="0" err="1"/>
              <a:t>DataFrame</a:t>
            </a:r>
            <a:endParaRPr lang="fr-FR" dirty="0"/>
          </a:p>
          <a:p>
            <a:pPr lvl="1"/>
            <a:r>
              <a:rPr lang="fr-FR" dirty="0" err="1"/>
              <a:t>Dataframe</a:t>
            </a:r>
            <a:r>
              <a:rPr lang="fr-FR" dirty="0"/>
              <a:t> = </a:t>
            </a:r>
            <a:r>
              <a:rPr lang="fr-FR" dirty="0" err="1"/>
              <a:t>dataframe</a:t>
            </a:r>
            <a:r>
              <a:rPr lang="fr-FR" dirty="0"/>
              <a:t>[</a:t>
            </a:r>
            <a:r>
              <a:rPr lang="fr-FR" dirty="0" err="1"/>
              <a:t>dataframe.surface</a:t>
            </a:r>
            <a:r>
              <a:rPr lang="fr-FR" dirty="0"/>
              <a:t> &lt; 200]</a:t>
            </a:r>
          </a:p>
          <a:p>
            <a:r>
              <a:rPr lang="fr-FR" dirty="0"/>
              <a:t>Enlever une dimension</a:t>
            </a:r>
          </a:p>
          <a:p>
            <a:pPr lvl="1"/>
            <a:r>
              <a:rPr lang="fr-FR" dirty="0" err="1"/>
              <a:t>Dataframe.drop</a:t>
            </a:r>
            <a:r>
              <a:rPr lang="fr-FR" dirty="0"/>
              <a:t>(‘Colonne’,1)</a:t>
            </a:r>
          </a:p>
          <a:p>
            <a:r>
              <a:rPr lang="fr-FR" dirty="0"/>
              <a:t>Remplacer les champs nuls</a:t>
            </a:r>
          </a:p>
          <a:p>
            <a:pPr lvl="1"/>
            <a:r>
              <a:rPr lang="fr-FR" dirty="0" err="1"/>
              <a:t>dataframe.codePostal</a:t>
            </a:r>
            <a:r>
              <a:rPr lang="fr-FR" dirty="0"/>
              <a:t> = </a:t>
            </a:r>
            <a:r>
              <a:rPr lang="fr-FR" dirty="0" err="1"/>
              <a:t>dataframe.codePostal.fillna</a:t>
            </a:r>
            <a:r>
              <a:rPr lang="fr-FR" dirty="0"/>
              <a:t>('38000')</a:t>
            </a:r>
          </a:p>
          <a:p>
            <a:r>
              <a:rPr lang="fr-FR" dirty="0"/>
              <a:t>Changement de valeurs</a:t>
            </a:r>
          </a:p>
          <a:p>
            <a:pPr lvl="1"/>
            <a:r>
              <a:rPr lang="fr-FR" dirty="0" err="1"/>
              <a:t>dataframe.surface</a:t>
            </a:r>
            <a:r>
              <a:rPr lang="fr-FR" dirty="0"/>
              <a:t> = </a:t>
            </a:r>
            <a:r>
              <a:rPr lang="fr-FR" dirty="0" err="1"/>
              <a:t>dataframe</a:t>
            </a:r>
            <a:r>
              <a:rPr lang="fr-FR" dirty="0"/>
              <a:t>[‘surface'].replace(',', '.',</a:t>
            </a:r>
            <a:r>
              <a:rPr lang="fr-FR" dirty="0" err="1"/>
              <a:t>regex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).</a:t>
            </a:r>
            <a:r>
              <a:rPr lang="fr-FR" dirty="0" err="1"/>
              <a:t>astype</a:t>
            </a:r>
            <a:r>
              <a:rPr lang="fr-FR" dirty="0"/>
              <a:t>(</a:t>
            </a:r>
            <a:r>
              <a:rPr lang="fr-FR" dirty="0" err="1"/>
              <a:t>float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384904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3135</TotalTime>
  <Words>313</Words>
  <Application>Microsoft Office PowerPoint</Application>
  <PresentationFormat>Affichage à l'écran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Courier New</vt:lpstr>
      <vt:lpstr>Monotype Sorts</vt:lpstr>
      <vt:lpstr>Times New Roman</vt:lpstr>
      <vt:lpstr>cvc</vt:lpstr>
      <vt:lpstr>Présentation PowerPoint</vt:lpstr>
      <vt:lpstr>Pandas</vt:lpstr>
      <vt:lpstr>Les structures de données</vt:lpstr>
      <vt:lpstr>Import de données</vt:lpstr>
      <vt:lpstr>Import de données</vt:lpstr>
      <vt:lpstr>Filtrage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239</cp:revision>
  <dcterms:created xsi:type="dcterms:W3CDTF">2000-04-10T19:33:12Z</dcterms:created>
  <dcterms:modified xsi:type="dcterms:W3CDTF">2025-07-22T09:06:56Z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